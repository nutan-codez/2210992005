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5" r:id="rId5"/>
    <p:sldId id="257" r:id="rId6"/>
    <p:sldId id="276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98D6BC-26B3-429C-AB51-212935C9314E}" v="47" dt="2026-05-05T02:51:38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tan Bora" userId="48cf4efebe1f6d3e" providerId="LiveId" clId="{96BE7349-999C-46B0-995D-0B72F69C8B8C}"/>
    <pc:docChg chg="undo redo custSel addSld delSld modSld">
      <pc:chgData name="Nutan Bora" userId="48cf4efebe1f6d3e" providerId="LiveId" clId="{96BE7349-999C-46B0-995D-0B72F69C8B8C}" dt="2026-05-05T02:55:22.354" v="480" actId="1076"/>
      <pc:docMkLst>
        <pc:docMk/>
      </pc:docMkLst>
      <pc:sldChg chg="del">
        <pc:chgData name="Nutan Bora" userId="48cf4efebe1f6d3e" providerId="LiveId" clId="{96BE7349-999C-46B0-995D-0B72F69C8B8C}" dt="2026-05-04T23:32:28.918" v="5" actId="47"/>
        <pc:sldMkLst>
          <pc:docMk/>
          <pc:sldMk cId="0" sldId="256"/>
        </pc:sldMkLst>
      </pc:sldChg>
      <pc:sldChg chg="addSp modSp mod">
        <pc:chgData name="Nutan Bora" userId="48cf4efebe1f6d3e" providerId="LiveId" clId="{96BE7349-999C-46B0-995D-0B72F69C8B8C}" dt="2026-05-04T23:51:23.106" v="235" actId="1035"/>
        <pc:sldMkLst>
          <pc:docMk/>
          <pc:sldMk cId="0" sldId="257"/>
        </pc:sldMkLst>
        <pc:spChg chg="add mod">
          <ac:chgData name="Nutan Bora" userId="48cf4efebe1f6d3e" providerId="LiveId" clId="{96BE7349-999C-46B0-995D-0B72F69C8B8C}" dt="2026-05-04T23:38:54.989" v="118"/>
          <ac:spMkLst>
            <pc:docMk/>
            <pc:sldMk cId="0" sldId="257"/>
            <ac:spMk id="2" creationId="{F47ADE7E-F2A6-62DC-5423-9DBD6C7EBE94}"/>
          </ac:spMkLst>
        </pc:spChg>
        <pc:spChg chg="mod">
          <ac:chgData name="Nutan Bora" userId="48cf4efebe1f6d3e" providerId="LiveId" clId="{96BE7349-999C-46B0-995D-0B72F69C8B8C}" dt="2026-05-04T23:51:23.106" v="235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Nutan Bora" userId="48cf4efebe1f6d3e" providerId="LiveId" clId="{96BE7349-999C-46B0-995D-0B72F69C8B8C}" dt="2026-05-04T23:30:21.572" v="3" actId="1036"/>
          <ac:spMkLst>
            <pc:docMk/>
            <pc:sldMk cId="0" sldId="257"/>
            <ac:spMk id="108" creationId="{00000000-0000-0000-0000-000000000000}"/>
          </ac:spMkLst>
        </pc:spChg>
      </pc:sldChg>
      <pc:sldChg chg="addSp delSp modSp mod">
        <pc:chgData name="Nutan Bora" userId="48cf4efebe1f6d3e" providerId="LiveId" clId="{96BE7349-999C-46B0-995D-0B72F69C8B8C}" dt="2026-05-04T23:51:37.381" v="254" actId="1035"/>
        <pc:sldMkLst>
          <pc:docMk/>
          <pc:sldMk cId="3483343451" sldId="270"/>
        </pc:sldMkLst>
        <pc:spChg chg="add mod">
          <ac:chgData name="Nutan Bora" userId="48cf4efebe1f6d3e" providerId="LiveId" clId="{96BE7349-999C-46B0-995D-0B72F69C8B8C}" dt="2026-05-04T23:43:39.698" v="167" actId="14100"/>
          <ac:spMkLst>
            <pc:docMk/>
            <pc:sldMk cId="3483343451" sldId="270"/>
            <ac:spMk id="2" creationId="{1E914FCB-6980-0B6C-A961-53BC57B5E918}"/>
          </ac:spMkLst>
        </pc:spChg>
        <pc:spChg chg="add del mod">
          <ac:chgData name="Nutan Bora" userId="48cf4efebe1f6d3e" providerId="LiveId" clId="{96BE7349-999C-46B0-995D-0B72F69C8B8C}" dt="2026-05-04T23:48:08.729" v="212"/>
          <ac:spMkLst>
            <pc:docMk/>
            <pc:sldMk cId="3483343451" sldId="270"/>
            <ac:spMk id="3" creationId="{2AF4050C-E52E-00DF-716C-F122B681F1A1}"/>
          </ac:spMkLst>
        </pc:spChg>
        <pc:spChg chg="add del mod">
          <ac:chgData name="Nutan Bora" userId="48cf4efebe1f6d3e" providerId="LiveId" clId="{96BE7349-999C-46B0-995D-0B72F69C8B8C}" dt="2026-05-04T23:51:37.381" v="254" actId="1035"/>
          <ac:spMkLst>
            <pc:docMk/>
            <pc:sldMk cId="3483343451" sldId="270"/>
            <ac:spMk id="5" creationId="{00000000-0000-0000-0000-000000000000}"/>
          </ac:spMkLst>
        </pc:spChg>
        <pc:graphicFrameChg chg="add mod">
          <ac:chgData name="Nutan Bora" userId="48cf4efebe1f6d3e" providerId="LiveId" clId="{96BE7349-999C-46B0-995D-0B72F69C8B8C}" dt="2026-05-04T23:45:47.344" v="188" actId="12084"/>
          <ac:graphicFrameMkLst>
            <pc:docMk/>
            <pc:sldMk cId="3483343451" sldId="270"/>
            <ac:graphicFrameMk id="4" creationId="{C2C04E60-2D4B-2512-F8C1-C3A5F680C2F6}"/>
          </ac:graphicFrameMkLst>
        </pc:graphicFrameChg>
      </pc:sldChg>
      <pc:sldChg chg="addSp delSp modSp mod">
        <pc:chgData name="Nutan Bora" userId="48cf4efebe1f6d3e" providerId="LiveId" clId="{96BE7349-999C-46B0-995D-0B72F69C8B8C}" dt="2026-05-04T23:56:28.283" v="310" actId="20577"/>
        <pc:sldMkLst>
          <pc:docMk/>
          <pc:sldMk cId="4249148355" sldId="271"/>
        </pc:sldMkLst>
        <pc:spChg chg="add del mod">
          <ac:chgData name="Nutan Bora" userId="48cf4efebe1f6d3e" providerId="LiveId" clId="{96BE7349-999C-46B0-995D-0B72F69C8B8C}" dt="2026-05-04T23:54:12.670" v="261" actId="478"/>
          <ac:spMkLst>
            <pc:docMk/>
            <pc:sldMk cId="4249148355" sldId="271"/>
            <ac:spMk id="2" creationId="{6935457E-1077-1F0A-467D-2F13350ED434}"/>
          </ac:spMkLst>
        </pc:spChg>
        <pc:spChg chg="mod">
          <ac:chgData name="Nutan Bora" userId="48cf4efebe1f6d3e" providerId="LiveId" clId="{96BE7349-999C-46B0-995D-0B72F69C8B8C}" dt="2026-05-04T23:56:28.283" v="310" actId="20577"/>
          <ac:spMkLst>
            <pc:docMk/>
            <pc:sldMk cId="4249148355" sldId="271"/>
            <ac:spMk id="5" creationId="{00000000-0000-0000-0000-000000000000}"/>
          </ac:spMkLst>
        </pc:spChg>
        <pc:spChg chg="mod">
          <ac:chgData name="Nutan Bora" userId="48cf4efebe1f6d3e" providerId="LiveId" clId="{96BE7349-999C-46B0-995D-0B72F69C8B8C}" dt="2026-05-04T23:51:47.692" v="255" actId="1076"/>
          <ac:spMkLst>
            <pc:docMk/>
            <pc:sldMk cId="4249148355" sldId="271"/>
            <ac:spMk id="108" creationId="{00000000-0000-0000-0000-000000000000}"/>
          </ac:spMkLst>
        </pc:spChg>
      </pc:sldChg>
      <pc:sldChg chg="addSp delSp modSp mod">
        <pc:chgData name="Nutan Bora" userId="48cf4efebe1f6d3e" providerId="LiveId" clId="{96BE7349-999C-46B0-995D-0B72F69C8B8C}" dt="2026-05-04T23:59:41.064" v="337" actId="14100"/>
        <pc:sldMkLst>
          <pc:docMk/>
          <pc:sldMk cId="4211829947" sldId="272"/>
        </pc:sldMkLst>
        <pc:spChg chg="mod">
          <ac:chgData name="Nutan Bora" userId="48cf4efebe1f6d3e" providerId="LiveId" clId="{96BE7349-999C-46B0-995D-0B72F69C8B8C}" dt="2026-05-04T23:57:18.817" v="316" actId="14100"/>
          <ac:spMkLst>
            <pc:docMk/>
            <pc:sldMk cId="4211829947" sldId="272"/>
            <ac:spMk id="3" creationId="{7978F206-AA88-D634-791C-4D4C0BACFCB7}"/>
          </ac:spMkLst>
        </pc:spChg>
        <pc:spChg chg="add del mod">
          <ac:chgData name="Nutan Bora" userId="48cf4efebe1f6d3e" providerId="LiveId" clId="{96BE7349-999C-46B0-995D-0B72F69C8B8C}" dt="2026-05-04T23:57:36.090" v="319" actId="478"/>
          <ac:spMkLst>
            <pc:docMk/>
            <pc:sldMk cId="4211829947" sldId="272"/>
            <ac:spMk id="4" creationId="{B6E12D80-8DF4-B4F8-61DA-9DA0F31EA0C1}"/>
          </ac:spMkLst>
        </pc:spChg>
        <pc:spChg chg="add mod">
          <ac:chgData name="Nutan Bora" userId="48cf4efebe1f6d3e" providerId="LiveId" clId="{96BE7349-999C-46B0-995D-0B72F69C8B8C}" dt="2026-05-04T23:59:41.064" v="337" actId="14100"/>
          <ac:spMkLst>
            <pc:docMk/>
            <pc:sldMk cId="4211829947" sldId="272"/>
            <ac:spMk id="6" creationId="{9A8B94B1-356C-D8FA-8DC5-0405329A35F7}"/>
          </ac:spMkLst>
        </pc:spChg>
      </pc:sldChg>
      <pc:sldChg chg="modSp mod">
        <pc:chgData name="Nutan Bora" userId="48cf4efebe1f6d3e" providerId="LiveId" clId="{96BE7349-999C-46B0-995D-0B72F69C8B8C}" dt="2026-05-05T02:48:27.738" v="393" actId="255"/>
        <pc:sldMkLst>
          <pc:docMk/>
          <pc:sldMk cId="4019888633" sldId="273"/>
        </pc:sldMkLst>
        <pc:spChg chg="mod">
          <ac:chgData name="Nutan Bora" userId="48cf4efebe1f6d3e" providerId="LiveId" clId="{96BE7349-999C-46B0-995D-0B72F69C8B8C}" dt="2026-05-05T00:14:55.178" v="370" actId="20577"/>
          <ac:spMkLst>
            <pc:docMk/>
            <pc:sldMk cId="4019888633" sldId="273"/>
            <ac:spMk id="3" creationId="{7978F206-AA88-D634-791C-4D4C0BACFCB7}"/>
          </ac:spMkLst>
        </pc:spChg>
        <pc:spChg chg="mod">
          <ac:chgData name="Nutan Bora" userId="48cf4efebe1f6d3e" providerId="LiveId" clId="{96BE7349-999C-46B0-995D-0B72F69C8B8C}" dt="2026-05-05T02:48:27.738" v="393" actId="255"/>
          <ac:spMkLst>
            <pc:docMk/>
            <pc:sldMk cId="4019888633" sldId="273"/>
            <ac:spMk id="4" creationId="{5A1FB0CD-C62D-D57A-7180-13CF9615C3B1}"/>
          </ac:spMkLst>
        </pc:spChg>
      </pc:sldChg>
      <pc:sldChg chg="addSp delSp modSp mod">
        <pc:chgData name="Nutan Bora" userId="48cf4efebe1f6d3e" providerId="LiveId" clId="{96BE7349-999C-46B0-995D-0B72F69C8B8C}" dt="2026-05-05T02:55:22.354" v="480" actId="1076"/>
        <pc:sldMkLst>
          <pc:docMk/>
          <pc:sldMk cId="666954843" sldId="274"/>
        </pc:sldMkLst>
        <pc:spChg chg="add del mod">
          <ac:chgData name="Nutan Bora" userId="48cf4efebe1f6d3e" providerId="LiveId" clId="{96BE7349-999C-46B0-995D-0B72F69C8B8C}" dt="2026-05-05T02:51:31.761" v="396" actId="478"/>
          <ac:spMkLst>
            <pc:docMk/>
            <pc:sldMk cId="666954843" sldId="274"/>
            <ac:spMk id="3" creationId="{5D662D98-2D7E-ABC2-B74B-30215EE7FBE9}"/>
          </ac:spMkLst>
        </pc:spChg>
        <pc:spChg chg="mod">
          <ac:chgData name="Nutan Bora" userId="48cf4efebe1f6d3e" providerId="LiveId" clId="{96BE7349-999C-46B0-995D-0B72F69C8B8C}" dt="2026-05-05T02:55:22.354" v="480" actId="1076"/>
          <ac:spMkLst>
            <pc:docMk/>
            <pc:sldMk cId="666954843" sldId="274"/>
            <ac:spMk id="11" creationId="{EF8D0395-2BFF-81CB-A840-23DAE718D131}"/>
          </ac:spMkLst>
        </pc:spChg>
      </pc:sldChg>
      <pc:sldChg chg="modSp add mod">
        <pc:chgData name="Nutan Bora" userId="48cf4efebe1f6d3e" providerId="LiveId" clId="{96BE7349-999C-46B0-995D-0B72F69C8B8C}" dt="2026-05-04T23:32:42.754" v="9" actId="1035"/>
        <pc:sldMkLst>
          <pc:docMk/>
          <pc:sldMk cId="0" sldId="275"/>
        </pc:sldMkLst>
        <pc:spChg chg="mod">
          <ac:chgData name="Nutan Bora" userId="48cf4efebe1f6d3e" providerId="LiveId" clId="{96BE7349-999C-46B0-995D-0B72F69C8B8C}" dt="2026-05-04T23:32:42.754" v="9" actId="1035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new mod">
        <pc:chgData name="Nutan Bora" userId="48cf4efebe1f6d3e" providerId="LiveId" clId="{96BE7349-999C-46B0-995D-0B72F69C8B8C}" dt="2026-05-04T23:42:33.030" v="154" actId="2710"/>
        <pc:sldMkLst>
          <pc:docMk/>
          <pc:sldMk cId="130946466" sldId="276"/>
        </pc:sldMkLst>
        <pc:spChg chg="del">
          <ac:chgData name="Nutan Bora" userId="48cf4efebe1f6d3e" providerId="LiveId" clId="{96BE7349-999C-46B0-995D-0B72F69C8B8C}" dt="2026-05-04T23:37:37.554" v="69"/>
          <ac:spMkLst>
            <pc:docMk/>
            <pc:sldMk cId="130946466" sldId="276"/>
            <ac:spMk id="2" creationId="{212F772A-AB47-D11C-22C7-A640A0E468D8}"/>
          </ac:spMkLst>
        </pc:spChg>
        <pc:spChg chg="del">
          <ac:chgData name="Nutan Bora" userId="48cf4efebe1f6d3e" providerId="LiveId" clId="{96BE7349-999C-46B0-995D-0B72F69C8B8C}" dt="2026-05-04T23:39:20.430" v="120"/>
          <ac:spMkLst>
            <pc:docMk/>
            <pc:sldMk cId="130946466" sldId="276"/>
            <ac:spMk id="3" creationId="{23D86F66-C600-2BE1-82B3-2E3BA17674AE}"/>
          </ac:spMkLst>
        </pc:spChg>
        <pc:spChg chg="add mod">
          <ac:chgData name="Nutan Bora" userId="48cf4efebe1f6d3e" providerId="LiveId" clId="{96BE7349-999C-46B0-995D-0B72F69C8B8C}" dt="2026-05-04T23:38:11.267" v="116" actId="1035"/>
          <ac:spMkLst>
            <pc:docMk/>
            <pc:sldMk cId="130946466" sldId="276"/>
            <ac:spMk id="4" creationId="{6DB5CBA2-E4C5-8BBA-CAD8-DFC860B42B36}"/>
          </ac:spMkLst>
        </pc:spChg>
        <pc:spChg chg="add mod">
          <ac:chgData name="Nutan Bora" userId="48cf4efebe1f6d3e" providerId="LiveId" clId="{96BE7349-999C-46B0-995D-0B72F69C8B8C}" dt="2026-05-04T23:42:33.030" v="154" actId="2710"/>
          <ac:spMkLst>
            <pc:docMk/>
            <pc:sldMk cId="130946466" sldId="276"/>
            <ac:spMk id="5" creationId="{04F71888-9AC2-D5A2-40A1-78DA7FC41B3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914401"/>
            <a:ext cx="9144000" cy="57518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u="sng" dirty="0"/>
              <a:t>Detecting and Classifying AI-Generated Source Code Using Feature-Based Machine Learning Techniques</a:t>
            </a:r>
            <a:endParaRPr lang="en-IN" sz="20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Nutan Bora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2210992005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Isha Kansal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 Chitkara University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400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70494" y="1710815"/>
            <a:ext cx="8803011" cy="368709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algn="just">
              <a:lnSpc>
                <a:spcPct val="107000"/>
              </a:lnSpc>
            </a:pPr>
            <a:endParaRPr lang="en-IN" sz="2200" b="1" u="sng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r>
              <a:rPr lang="en-IN" sz="22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</a:p>
          <a:p>
            <a:pPr lvl="0" algn="just">
              <a:lnSpc>
                <a:spcPct val="107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engineer an intelligent, multi-stage classification framework capable of distinguishing between human-authored and machine-generated source code with high fidelity.</a:t>
            </a:r>
          </a:p>
          <a:p>
            <a:pPr lvl="0" algn="just">
              <a:lnSpc>
                <a:spcPct val="107000"/>
              </a:lnSpc>
            </a:pPr>
            <a:endParaRPr lang="en-IN" sz="2000" u="sng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r>
              <a:rPr lang="en-IN" sz="22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Mission:</a:t>
            </a:r>
          </a:p>
          <a:p>
            <a:pPr lvl="0" algn="just">
              <a:lnSpc>
                <a:spcPct val="107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restore integrity to software development and academic evaluation by quantifying the “Digital DNA” of source code.</a:t>
            </a:r>
          </a:p>
          <a:p>
            <a:pPr lvl="0" algn="just">
              <a:lnSpc>
                <a:spcPct val="107000"/>
              </a:lnSpc>
            </a:pPr>
            <a:endParaRPr lang="en-IN" sz="2000" u="sng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6DB5CBA2-E4C5-8BBA-CAD8-DFC860B42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472" y="-39328"/>
            <a:ext cx="5486400" cy="9144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F71888-9AC2-D5A2-40A1-78DA7FC41B32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65472" y="1392559"/>
            <a:ext cx="864255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“Perfect Code” Paradox: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scripts are syntactically flawless and structurally unique, making them invisible to traditional plagiarism tools that rely on textual similarity.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Integrity Crisis: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struggle to evaluate student work fairly, while organizations face risks regarding code ownership and originality in AI-assisted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Black Box Challenge: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lack of transparency in how AI models generate output creates a need for interpretable detection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4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244841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IDEA/SOLUTION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57316" y="1248702"/>
            <a:ext cx="8790040" cy="46899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just">
              <a:spcAft>
                <a:spcPts val="800"/>
              </a:spcAft>
              <a:tabLst>
                <a:tab pos="457200" algn="l"/>
              </a:tabLst>
            </a:pPr>
            <a:endParaRPr lang="en-US" alt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tabLst>
                <a:tab pos="457200" algn="l"/>
              </a:tabLst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endParaRPr lang="en-US" alt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modular engine that subjects raw code to high-fidelity static analysis to isolate stylometric signatures.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Perfection of Machines vs. The Noise of Humans.”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Approach: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the contrast between the uncannily perfect symmetry of AI and the idiosyncratic, non-linear “noise” of human authorship.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34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81617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81617" y="1189702"/>
            <a:ext cx="8746072" cy="4628433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u="sng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Multi-Dimensional Extraction: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granular details like indentation entropy, commenting pattern and whitespace variance.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Structural Evaluation: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the logical skeleton using Abstract Syntax Trees to analyze flow and complexity.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Interpretative Origin Profile: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supervised ML classifier (the "Brain") to provide transparent, feature-based results.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14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0B5-90AF-9656-9F47-04A79280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47" y="0"/>
            <a:ext cx="6843252" cy="925033"/>
          </a:xfrm>
        </p:spPr>
        <p:txBody>
          <a:bodyPr anchor="ctr"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8F206-AA88-D634-791C-4D4C0BACFCB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76447" y="999461"/>
            <a:ext cx="8612372" cy="5632963"/>
          </a:xfrm>
        </p:spPr>
        <p:txBody>
          <a:bodyPr anchor="ctr"/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8B94B1-356C-D8FA-8DC5-0405329A35F7}"/>
              </a:ext>
            </a:extLst>
          </p:cNvPr>
          <p:cNvSpPr txBox="1"/>
          <p:nvPr/>
        </p:nvSpPr>
        <p:spPr>
          <a:xfrm>
            <a:off x="255181" y="1582426"/>
            <a:ext cx="861237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Language: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(Advanced static analysis and backend logic).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(Random Forest).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Science: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Pandas &amp; NumPy (High-speed vectorization and processing).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AST Module (Logic flow and structural parsing).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 &amp; VS Code.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→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82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0B5-90AF-9656-9F47-04A79280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8" y="0"/>
            <a:ext cx="6843252" cy="914040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&amp; 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8F206-AA88-D634-791C-4D4C0BACFCB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7079" y="1111047"/>
            <a:ext cx="4136065" cy="5388077"/>
          </a:xfrm>
        </p:spPr>
        <p:txBody>
          <a:bodyPr anchor="t"/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200" b="1" u="sng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Benefits: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IN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fair evaluations by identifying non-human patterns and structural perfection.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Integrity: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that code logic aligns with authentic human problem-solving signatures.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Transparency: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Feature-based analysis providing clear, interpretable classification results.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allowing seamless future integration with multiple programming languages.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endParaRPr lang="en-IN" sz="2000" b="1" u="sng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A1FB0CD-C62D-D57A-7180-13CF9615C3B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837814" y="1193705"/>
            <a:ext cx="4019107" cy="5149181"/>
          </a:xfrm>
        </p:spPr>
        <p:txBody>
          <a:bodyPr anchor="t"/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200" b="1" u="sng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Limitations: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Evolving AI: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Advancing LLMs producing increasingly subtle patterns that are harder to distinguish.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Specificity: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optimization for Python requiring further training for other languages.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Humanizing: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users intentionally adding "noise" to bypass detection systems.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Connectivity: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high-performance environments or internet for real-time prediction.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→"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88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0B5-90AF-9656-9F47-04A79280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44" y="0"/>
            <a:ext cx="6843252" cy="914040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8D0395-2BFF-81CB-A840-23DAE718D131}"/>
              </a:ext>
            </a:extLst>
          </p:cNvPr>
          <p:cNvSpPr txBox="1">
            <a:spLocks/>
          </p:cNvSpPr>
          <p:nvPr/>
        </p:nvSpPr>
        <p:spPr>
          <a:xfrm>
            <a:off x="290051" y="1288027"/>
            <a:ext cx="8563897" cy="45523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Calibri" panose="020F0502020204030204" pitchFamily="34" charset="0"/>
              <a:buChar char="→"/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Cross-Language Expansion: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Extending the AST evaluator to support Java, C++, and JavaScript.</a:t>
            </a:r>
          </a:p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Calibri" panose="020F0502020204030204" pitchFamily="34" charset="0"/>
              <a:buChar char="→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Calibri" panose="020F0502020204030204" pitchFamily="34" charset="0"/>
              <a:buChar char="→"/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IDE Integration: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Developing plugins for VS Code to provide instant authorship feedback.</a:t>
            </a:r>
          </a:p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Calibri" panose="020F0502020204030204" pitchFamily="34" charset="0"/>
              <a:buChar char="→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Calibri" panose="020F0502020204030204" pitchFamily="34" charset="0"/>
              <a:buChar char="→"/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Hybridization: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Incorporating Neural Networks to detect deeper structural nuances.</a:t>
            </a:r>
          </a:p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Calibri" panose="020F0502020204030204" pitchFamily="34" charset="0"/>
              <a:buChar char="→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Calibri" panose="020F0502020204030204" pitchFamily="34" charset="0"/>
              <a:buChar char="→"/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Training: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Improving robustness against "humanized" AI outputs.</a:t>
            </a:r>
          </a:p>
          <a:p>
            <a:endParaRPr lang="en-IN" sz="2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95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35202</TotalTime>
  <Words>553</Words>
  <Application>Microsoft Office PowerPoint</Application>
  <PresentationFormat>On-screen Show (4:3)</PresentationFormat>
  <Paragraphs>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PowerPoint Presentation</vt:lpstr>
      <vt:lpstr>PowerPoint Presentation</vt:lpstr>
      <vt:lpstr>TECH STACK</vt:lpstr>
      <vt:lpstr> BENEFITS &amp; LIMITATIONS</vt:lpstr>
      <vt:lpstr>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Nutan Bora</cp:lastModifiedBy>
  <cp:revision>2305</cp:revision>
  <dcterms:created xsi:type="dcterms:W3CDTF">2010-04-09T07:36:15Z</dcterms:created>
  <dcterms:modified xsi:type="dcterms:W3CDTF">2026-05-05T02:55:26Z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